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8A1D-B206-4489-8CA4-6BF3761A7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FD405-5C4B-4F0A-9EFF-A507F3030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86F21-1C35-49F0-8A54-74D5AED9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0D1DF-FC10-49AB-B05A-2A043B4B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DC2DE-78EE-483A-A4A6-88D32CCC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7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B273-4116-4894-843E-F79D96CE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8DCA5-8E2F-4314-BE2E-1162D4B4A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09CB9-32D1-41F4-8E34-1105777A4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1E366-EB19-4CBA-801D-C0E154BD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B5BFE-9C93-402A-BBC2-B3A9B5F6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4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A5C3-6E99-4727-9919-C5C79CE3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1F4C4-F5FF-4D73-8D09-88AF04E03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96DAB-6175-4C17-958B-7C94DFD6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64EC0-D007-4235-881F-8F804DA0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3F38-EA5A-475B-8477-9EA342E08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13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B46E2-513D-46BF-9EA7-76FFF3D9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F9CF2-DAAF-42C2-B610-DB338EB17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522EE-BFAA-498D-98E9-7C7B479A3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7062-7EC7-4A93-B05E-7DBC5171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C4D64-4F6B-488D-A206-CAE7C4D3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A6714-65BB-4527-8F62-91343F10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39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977-D0AA-4173-8511-2ABB2F78E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B6596-A249-41AC-8E16-1EB4D625A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1058E-8BA2-4A32-87EA-1C3814CC8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61B14-C1B1-4BCC-BC02-171B45D29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6C3B9-E560-45DC-B672-E2D791CC4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CE551-9C15-46F6-8824-DA74A4881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6863F-90A8-4D4F-826B-97E2D401D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DF99E-D2D6-45E5-AA67-A285BEDD2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83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618D-20FA-4005-B10F-179BA65F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E7E11-506D-436C-B06B-571C9461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08C2C-9F68-4CBB-8674-71B7E97CE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3D1A4-2054-45F8-982F-AD7F1FD8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8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A0E30-3DEE-40CF-B37A-D0CF280F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DD749-EAEF-4D85-807B-D6AA2E589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56F2B-763C-408A-A3D2-556E61B7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7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33D2-122A-43D5-B85A-25E8AD932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A4D9C-7BCE-48A4-8171-A9A4034F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EDDFC-98E1-435B-822F-0254B5182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02819-CE87-4648-9A92-01AC617C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52845-98D9-47AC-B710-C6D238BF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2CCE8-5777-46A3-878F-48260D60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94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962A-29B7-4EC0-95CB-40A97ABE0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340D6B-0A91-460B-925C-D372879ED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575B3-E00F-45B3-B080-FFFE553CC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334EB-FB3F-46FA-8E9D-1DB5C0011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F410C-3837-452C-A15F-C5A7A8D3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45109-14F6-436E-985A-B553D3D9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0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28A3-5F44-4A96-B9A6-638447FF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1DDDA-C5C0-4F29-A870-DF987D033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EF5CC-E787-4F8D-ABF5-4285F79F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E9862-7F21-4BFB-9648-D07A894E4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5C215-202A-4869-A497-E1D1BF4A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8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B4EF6B-CDA3-4949-AED6-7BD77D951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6402A-6E78-4073-8FAB-A5D735CA8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F172D-79DA-4ACB-9710-4731EFD72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2732E-B825-4963-A924-4B70637F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64D0E-70CE-46E7-8B3C-B7ADB943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21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9C8267-3A16-48F0-9020-516FCD94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97352-CA54-48F7-8DAE-DB75939EB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DEC95-AD54-40C7-B821-F08611413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E5E6A-F530-4EDC-88BB-868ED84E73D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15062-B7CA-476D-85F8-DDC6AB83A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2E088-78A1-41E5-91B7-F6B0619F1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05B9A-5CF9-4D85-92D9-8503871E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1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4CA437-83E2-49DC-A0D1-C8C668340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5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38E0A48-E68B-4622-85DB-8246527AE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7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BFACA2-26D3-46B7-B87A-27F752FEF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92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19B6A2-9197-4365-BB04-091756E8F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0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604E0B-31BB-43F7-BCBA-2F4462068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9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3B8BDE-A058-4967-8A74-CAAB7FB83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42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66A1B4-1672-4877-9297-593BDF51B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09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shreyash kapadia</dc:creator>
  <cp:lastModifiedBy>shreyash kapadia</cp:lastModifiedBy>
  <cp:revision>1</cp:revision>
  <dcterms:created xsi:type="dcterms:W3CDTF">2026-04-22T13:58:11Z</dcterms:created>
  <dcterms:modified xsi:type="dcterms:W3CDTF">2026-04-22T13:58:48Z</dcterms:modified>
</cp:coreProperties>
</file>